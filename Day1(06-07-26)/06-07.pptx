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embeddedFontLst>
    <p:embeddedFont>
      <p:font typeface="Funnel Sans" panose="020B0604020202020204" charset="0"/>
      <p:regular r:id="rId8"/>
    </p:embeddedFont>
    <p:embeddedFont>
      <p:font typeface="Funnel Sans Bold" panose="020B0604020202020204" charset="0"/>
      <p:regular r:id="rId9"/>
    </p:embeddedFont>
    <p:embeddedFont>
      <p:font typeface="Mona Sans Semi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Mehta" userId="8aae9e51549e1a80" providerId="LiveId" clId="{5F31D74B-0A36-45AA-8775-993514974D9D}"/>
    <pc:docChg chg="modSld">
      <pc:chgData name="Ayush Mehta" userId="8aae9e51549e1a80" providerId="LiveId" clId="{5F31D74B-0A36-45AA-8775-993514974D9D}" dt="2026-07-09T05:16:48.553" v="1" actId="1076"/>
      <pc:docMkLst>
        <pc:docMk/>
      </pc:docMkLst>
      <pc:sldChg chg="modSp mod">
        <pc:chgData name="Ayush Mehta" userId="8aae9e51549e1a80" providerId="LiveId" clId="{5F31D74B-0A36-45AA-8775-993514974D9D}" dt="2026-07-09T05:16:48.553" v="1" actId="1076"/>
        <pc:sldMkLst>
          <pc:docMk/>
          <pc:sldMk cId="0" sldId="256"/>
        </pc:sldMkLst>
        <pc:spChg chg="mod">
          <ac:chgData name="Ayush Mehta" userId="8aae9e51549e1a80" providerId="LiveId" clId="{5F31D74B-0A36-45AA-8775-993514974D9D}" dt="2026-07-09T05:16:48.553" v="1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9592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8" y="1997758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Internship Project Submission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473672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structured exploration of AI, sustainability, and green skilling — aligned with the United Nations Sustainable Development Goal 17: Partnerships for the Goals.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0533" y="3047330"/>
            <a:ext cx="233050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146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Student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5704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Fill in your personal and academic information below. This slide serves as the official identification page for your internship project submission.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1895029"/>
            <a:ext cx="6387873" cy="2564429"/>
          </a:xfrm>
          <a:prstGeom prst="roundRect">
            <a:avLst>
              <a:gd name="adj" fmla="val 3838"/>
            </a:avLst>
          </a:prstGeom>
          <a:solidFill>
            <a:srgbClr val="373B48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2019002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Personal Information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2336825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Full Name: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Ayush Mehta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Enrollment Number: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230470116007</a:t>
            </a:r>
          </a:p>
          <a:p>
            <a:pPr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College / University: </a:t>
            </a:r>
            <a:r>
              <a:rPr lang="en-US" sz="950" dirty="0">
                <a:solidFill>
                  <a:schemeClr val="bg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V.V.P. Engineering College</a:t>
            </a:r>
            <a:endParaRPr lang="en-US" sz="950" b="1" dirty="0">
              <a:solidFill>
                <a:schemeClr val="bg1"/>
              </a:solidFill>
              <a:latin typeface="Funnel Sans" pitchFamily="34" charset="0"/>
              <a:ea typeface="Funnel Sans" pitchFamily="34" charset="-122"/>
              <a:cs typeface="Funnel Sans" pitchFamily="34" charset="-120"/>
            </a:endParaRPr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Stream / Branch: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B.E. in Information &amp; Technology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FFFFFF"/>
                </a:solidFill>
                <a:latin typeface="Funnel Sans Bold" pitchFamily="34" charset="0"/>
                <a:ea typeface="Funnel Sans Bold" pitchFamily="34" charset="-122"/>
                <a:cs typeface="Funnel Sans Bold" pitchFamily="34" charset="-120"/>
              </a:rPr>
              <a:t>Semester / Year:</a:t>
            </a:r>
            <a:r>
              <a:rPr lang="en-US" sz="9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4th Year, 7th Semester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28046" y="2336825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60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Learnings from 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117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following insights were gathered from curated resources including SDG documentation, data centre sustainability reports, and government portals on green technology.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87624"/>
            <a:ext cx="2634555" cy="230147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0379" y="1692473"/>
            <a:ext cx="186035" cy="18603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4380" y="2097956"/>
            <a:ext cx="235803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SDG 17 — Partnerships for the Goals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4380" y="2560067"/>
            <a:ext cx="235803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SDG 17 emphasizes global cooperation between governments, private sectors, and civil society. Technology and AI are critical enablers for achieving all 17 SDGs through shared data, innovation, and capacity building.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1587624"/>
            <a:ext cx="2634630" cy="2301478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908" y="1692473"/>
            <a:ext cx="186035" cy="18603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3392909" y="2097956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Data Centre Sustainability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3392909" y="2366218"/>
            <a:ext cx="2358107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Documentaries revealed that data centres consume ~1–2% of global electricity. Green data centres use renewable energy, liquid cooling, and AI-driven energy management to drastically reduce their carbon footprint.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1587624"/>
            <a:ext cx="2634555" cy="2301478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7512" y="1692473"/>
            <a:ext cx="186035" cy="18603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151513" y="2097956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Government Digital Initiatives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6151513" y="2366218"/>
            <a:ext cx="235803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Portals like India's National AI Portal and MoEFCC highlight how policy frameworks are integrating AI for climate monitoring, smart agriculture, and urban sustainability planning across Indian states.</a:t>
            </a:r>
            <a:endParaRPr lang="en-US" sz="950" dirty="0"/>
          </a:p>
        </p:txBody>
      </p:sp>
      <p:sp>
        <p:nvSpPr>
          <p:cNvPr id="18" name="Text 9"/>
          <p:cNvSpPr/>
          <p:nvPr/>
        </p:nvSpPr>
        <p:spPr>
          <a:xfrm>
            <a:off x="899071" y="4183559"/>
            <a:ext cx="762483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064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Green Skilling, Sustainability &amp;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38201"/>
            <a:ext cx="37554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is Green Skilling?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756023"/>
            <a:ext cx="375545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Green skilling refers to equipping individuals with knowledge, competencies, and values to support sustainable economic practices. It spans renewable energy, circular economy, sustainable agriculture, and climate-resilient infrastructure.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720355"/>
            <a:ext cx="3755454" cy="14288"/>
          </a:xfrm>
          <a:prstGeom prst="roundRect">
            <a:avLst>
              <a:gd name="adj" fmla="val 59998"/>
            </a:avLst>
          </a:prstGeom>
          <a:solidFill>
            <a:srgbClr val="52586B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905125"/>
            <a:ext cx="37554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Sustainability in the Digital 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3222947"/>
            <a:ext cx="375545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Sustainability means meeting present needs without compromising future generations. In tech, this translates to energy-efficient algorithms, responsible data usage, and designing systems that minimize environmental harm.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58903" y="1438201"/>
            <a:ext cx="40936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AI: A Double-Edged Sword for Sustainability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58903" y="1771576"/>
            <a:ext cx="4093666" cy="2491755"/>
          </a:xfrm>
          <a:prstGeom prst="roundRect">
            <a:avLst>
              <a:gd name="adj" fmla="val 2091"/>
            </a:avLst>
          </a:prstGeom>
          <a:solidFill>
            <a:srgbClr val="E2E4E9"/>
          </a:solidFill>
          <a:ln w="4763">
            <a:solidFill>
              <a:srgbClr val="C8CA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3666" y="1776338"/>
            <a:ext cx="2042071" cy="2482230"/>
          </a:xfrm>
          <a:prstGeom prst="rect">
            <a:avLst/>
          </a:prstGeom>
          <a:solidFill>
            <a:srgbClr val="E2E4E9"/>
          </a:solidFill>
          <a:ln/>
        </p:spPr>
      </p:sp>
      <p:sp>
        <p:nvSpPr>
          <p:cNvPr id="11" name="Text 9"/>
          <p:cNvSpPr/>
          <p:nvPr/>
        </p:nvSpPr>
        <p:spPr>
          <a:xfrm>
            <a:off x="4687639" y="1900312"/>
            <a:ext cx="1794123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AI for Good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87639" y="2222897"/>
            <a:ext cx="1794123" cy="1519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Predictive climate modelling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Smart grid energy optimisation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Precision agriculture reducing waste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Wildlife monitoring via computer vision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05736" y="1776338"/>
            <a:ext cx="2042071" cy="2482230"/>
          </a:xfrm>
          <a:prstGeom prst="rect">
            <a:avLst/>
          </a:prstGeom>
          <a:solidFill>
            <a:srgbClr val="E2E4E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05736" y="1776338"/>
            <a:ext cx="14288" cy="2482230"/>
          </a:xfrm>
          <a:prstGeom prst="roundRect">
            <a:avLst>
              <a:gd name="adj" fmla="val 364638"/>
            </a:avLst>
          </a:prstGeom>
          <a:solidFill>
            <a:srgbClr val="C8CACF"/>
          </a:solidFill>
          <a:ln/>
        </p:spPr>
      </p:sp>
      <p:sp>
        <p:nvSpPr>
          <p:cNvPr id="15" name="Text 13"/>
          <p:cNvSpPr/>
          <p:nvPr/>
        </p:nvSpPr>
        <p:spPr>
          <a:xfrm>
            <a:off x="6729710" y="1900312"/>
            <a:ext cx="1794123" cy="392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AI's Environmental 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9710" y="2416746"/>
            <a:ext cx="1794123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GPU energy consumption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E-waste from hardware upgrades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Carbon emissions from training LLMs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Water usage in data centre cooling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3015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73B48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Capstone Project Proposals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54894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following project ideas leverage AI to address environmental challenges and advance SDG 17 through technology-driven partnerships and green innovation.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77801"/>
            <a:ext cx="1517898" cy="938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666107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AI-Powered Air Quality Predictor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928938"/>
            <a:ext cx="26170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a real-time air quality forecasting model using IoT sensor data and ML. Predict pollution spikes and recommend mitigation strategies for urban Indian cities, aligned with SDG 11 &amp; 13.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429" y="1577801"/>
            <a:ext cx="1517898" cy="9380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3429" y="2666107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Green Skilling Platform for Farmers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3429" y="2928938"/>
            <a:ext cx="2617068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Design an AI chatbot + mobile app that delivers hyperlocal sustainable farming advice in regional languages. Integrates weather data, soil health, and government schemes — promoting SDG 2 &amp; 4.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739" y="1577801"/>
            <a:ext cx="1517898" cy="938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0739" y="2666107"/>
            <a:ext cx="261714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2586B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Renewable Energy Optimiser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0739" y="2928938"/>
            <a:ext cx="2617143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52586B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Develop an AI dashboard that analyses solar/wind energy output for micro-grids. Recommends optimal energy distribution, reducing waste and promoting clean energy adoption — supporting SDG 7 &amp; 17.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512</Words>
  <Application>Microsoft Office PowerPoint</Application>
  <PresentationFormat>On-screen Show (16:9)</PresentationFormat>
  <Paragraphs>47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Funnel Sans</vt:lpstr>
      <vt:lpstr>Funnel Sans Bold</vt:lpstr>
      <vt:lpstr>Arial</vt:lpstr>
      <vt:lpstr>Mona Sans SemiBold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Ayush Mehta</cp:lastModifiedBy>
  <cp:revision>2</cp:revision>
  <dcterms:created xsi:type="dcterms:W3CDTF">2026-07-08T17:11:32Z</dcterms:created>
  <dcterms:modified xsi:type="dcterms:W3CDTF">2026-07-09T05:16:52Z</dcterms:modified>
</cp:coreProperties>
</file>